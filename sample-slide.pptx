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032" y="201168"/>
            <a:ext cx="237744" cy="23774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28016"/>
            <a:ext cx="18288" cy="40233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4864"/>
            <a:ext cx="11064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C4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 Analysis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0" y="6547104"/>
            <a:ext cx="121920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47104"/>
            <a:ext cx="12192000" cy="274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658368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HireHub  —  Final Year Project Defense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37392" y="657453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23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37744" y="822960"/>
            <a:ext cx="1883664" cy="14813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786384"/>
            <a:ext cx="1883664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" y="786384"/>
            <a:ext cx="1883664" cy="62215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" y="841248"/>
            <a:ext cx="1883664" cy="533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201168" y="1408542"/>
            <a:ext cx="1883664" cy="85917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" y="1408542"/>
            <a:ext cx="162763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1168" y="1467795"/>
            <a:ext cx="1883664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31136" y="822960"/>
            <a:ext cx="1883664" cy="14813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786384"/>
            <a:ext cx="1883664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94560" y="786384"/>
            <a:ext cx="1883664" cy="62215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94560" y="841248"/>
            <a:ext cx="1883664" cy="533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2194560" y="1408542"/>
            <a:ext cx="1883664" cy="85917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22576" y="1408542"/>
            <a:ext cx="162763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94560" y="1467795"/>
            <a:ext cx="1883664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Types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224528" y="822960"/>
            <a:ext cx="1883664" cy="14813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87952" y="786384"/>
            <a:ext cx="1883664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87952" y="786384"/>
            <a:ext cx="1883664" cy="62215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87952" y="841248"/>
            <a:ext cx="1883664" cy="533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4187952" y="1408542"/>
            <a:ext cx="1883664" cy="85917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15968" y="1408542"/>
            <a:ext cx="162763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87952" y="1467795"/>
            <a:ext cx="1883664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Signals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17920" y="822960"/>
            <a:ext cx="1883664" cy="14813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81344" y="786384"/>
            <a:ext cx="1883664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81344" y="786384"/>
            <a:ext cx="1883664" cy="62215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81344" y="841248"/>
            <a:ext cx="1883664" cy="533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600" dirty="0"/>
          </a:p>
        </p:txBody>
      </p:sp>
      <p:sp>
        <p:nvSpPr>
          <p:cNvPr id="38" name="Shape 36"/>
          <p:cNvSpPr/>
          <p:nvPr/>
        </p:nvSpPr>
        <p:spPr>
          <a:xfrm>
            <a:off x="6181344" y="1408542"/>
            <a:ext cx="1883664" cy="85917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09360" y="1408542"/>
            <a:ext cx="162763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81344" y="1467795"/>
            <a:ext cx="1883664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211312" y="822960"/>
            <a:ext cx="1883664" cy="14813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74736" y="786384"/>
            <a:ext cx="1883664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74736" y="786384"/>
            <a:ext cx="1883664" cy="62215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74736" y="841248"/>
            <a:ext cx="1883664" cy="533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600" dirty="0"/>
          </a:p>
        </p:txBody>
      </p:sp>
      <p:sp>
        <p:nvSpPr>
          <p:cNvPr id="45" name="Shape 43"/>
          <p:cNvSpPr/>
          <p:nvPr/>
        </p:nvSpPr>
        <p:spPr>
          <a:xfrm>
            <a:off x="8174736" y="1408542"/>
            <a:ext cx="1883664" cy="85917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02752" y="1408542"/>
            <a:ext cx="162763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74736" y="1467795"/>
            <a:ext cx="1883664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Phases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10204704" y="822960"/>
            <a:ext cx="1883664" cy="14813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168128" y="786384"/>
            <a:ext cx="1883664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168128" y="786384"/>
            <a:ext cx="1883664" cy="62215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168128" y="841248"/>
            <a:ext cx="1883664" cy="5332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2600" dirty="0"/>
          </a:p>
        </p:txBody>
      </p:sp>
      <p:sp>
        <p:nvSpPr>
          <p:cNvPr id="52" name="Shape 50"/>
          <p:cNvSpPr/>
          <p:nvPr/>
        </p:nvSpPr>
        <p:spPr>
          <a:xfrm>
            <a:off x="10168128" y="1408542"/>
            <a:ext cx="1883664" cy="85917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296144" y="1408542"/>
            <a:ext cx="1627632" cy="1828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168128" y="1467795"/>
            <a:ext cx="1883664" cy="7406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Applications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01168" y="2450592"/>
            <a:ext cx="2130552" cy="256032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01168" y="2450592"/>
            <a:ext cx="2130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COMPLETION STATUS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01168" y="2798064"/>
            <a:ext cx="3657600" cy="356616"/>
          </a:xfrm>
          <a:prstGeom prst="rect">
            <a:avLst/>
          </a:prstGeom>
          <a:solidFill>
            <a:srgbClr val="0F4C4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01168" y="2798064"/>
            <a:ext cx="54864" cy="3566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92608" y="2834640"/>
            <a:ext cx="351129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904488" y="2798064"/>
            <a:ext cx="1737360" cy="356616"/>
          </a:xfrm>
          <a:prstGeom prst="rect">
            <a:avLst/>
          </a:prstGeom>
          <a:solidFill>
            <a:srgbClr val="0F4C4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995928" y="2834640"/>
            <a:ext cx="15910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687568" y="2798064"/>
            <a:ext cx="6291072" cy="356616"/>
          </a:xfrm>
          <a:prstGeom prst="rect">
            <a:avLst/>
          </a:prstGeom>
          <a:solidFill>
            <a:srgbClr val="0F4C4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79008" y="2834640"/>
            <a:ext cx="61447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201168" y="3191256"/>
            <a:ext cx="365760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92608" y="3227832"/>
            <a:ext cx="351129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and JWT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3904488" y="3191256"/>
            <a:ext cx="173736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977640" y="3273552"/>
            <a:ext cx="1417320" cy="201168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977640" y="3273552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5687568" y="3191256"/>
            <a:ext cx="6291072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779008" y="3227832"/>
            <a:ext cx="61447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+ JWT, role and status in token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201168" y="3584448"/>
            <a:ext cx="3657600" cy="35661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92608" y="3621024"/>
            <a:ext cx="351129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via proxy.ts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904488" y="3584448"/>
            <a:ext cx="1737360" cy="35661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977640" y="3666744"/>
            <a:ext cx="1417320" cy="201168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977640" y="3666744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5687568" y="3584448"/>
            <a:ext cx="6291072" cy="35661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779008" y="3621024"/>
            <a:ext cx="61447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Company, Seeker routes enforced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201168" y="3977640"/>
            <a:ext cx="365760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92608" y="4014216"/>
            <a:ext cx="351129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Posting and CRUD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3904488" y="3977640"/>
            <a:ext cx="173736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977640" y="4059936"/>
            <a:ext cx="1417320" cy="201168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977640" y="4059936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5687568" y="3977640"/>
            <a:ext cx="6291072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779008" y="4014216"/>
            <a:ext cx="61447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lifecycle: Active, Expired, Closed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201168" y="4370832"/>
            <a:ext cx="3657600" cy="35661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92608" y="4407408"/>
            <a:ext cx="351129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Match-Score Feed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3904488" y="4370832"/>
            <a:ext cx="1737360" cy="35661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977640" y="4453128"/>
            <a:ext cx="1417320" cy="201168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977640" y="445312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5687568" y="4370832"/>
            <a:ext cx="6291072" cy="35661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779008" y="4407408"/>
            <a:ext cx="61447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Six-signal weighted algorithm, sorted desc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201168" y="4764024"/>
            <a:ext cx="365760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92608" y="4800600"/>
            <a:ext cx="351129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Pipeline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3904488" y="4764024"/>
            <a:ext cx="173736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977640" y="4846320"/>
            <a:ext cx="1417320" cy="201168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977640" y="4846320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5687568" y="4764024"/>
            <a:ext cx="6291072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779008" y="4800600"/>
            <a:ext cx="61447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and reject with notifications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201168" y="5157216"/>
            <a:ext cx="3657600" cy="35661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92608" y="5193792"/>
            <a:ext cx="351129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3904488" y="5157216"/>
            <a:ext cx="1737360" cy="35661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977640" y="5239512"/>
            <a:ext cx="1417320" cy="201168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977640" y="5239512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5687568" y="5157216"/>
            <a:ext cx="6291072" cy="35661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779008" y="5193792"/>
            <a:ext cx="61447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Stats, users, companies, audit log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201168" y="5550408"/>
            <a:ext cx="365760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92608" y="5586984"/>
            <a:ext cx="351129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System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3904488" y="5550408"/>
            <a:ext cx="173736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977640" y="5632704"/>
            <a:ext cx="1417320" cy="201168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977640" y="5632704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5687568" y="5550408"/>
            <a:ext cx="6291072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779008" y="5586984"/>
            <a:ext cx="61447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event types, 30-second polling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201168" y="5943600"/>
            <a:ext cx="3657600" cy="35661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292608" y="5980176"/>
            <a:ext cx="351129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Uploads</a:t>
            </a:r>
            <a:endParaRPr lang="en-US" sz="950" dirty="0"/>
          </a:p>
        </p:txBody>
      </p:sp>
      <p:sp>
        <p:nvSpPr>
          <p:cNvPr id="115" name="Shape 113"/>
          <p:cNvSpPr/>
          <p:nvPr/>
        </p:nvSpPr>
        <p:spPr>
          <a:xfrm>
            <a:off x="3904488" y="5943600"/>
            <a:ext cx="1737360" cy="35661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977640" y="6025896"/>
            <a:ext cx="1417320" cy="201168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977640" y="6025896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5687568" y="5943600"/>
            <a:ext cx="6291072" cy="35661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5779008" y="5980176"/>
            <a:ext cx="61447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resume 5 MB, PNG or JPEG logo 2 MB</a:t>
            </a:r>
            <a:endParaRPr lang="en-US" sz="950" dirty="0"/>
          </a:p>
        </p:txBody>
      </p:sp>
      <p:sp>
        <p:nvSpPr>
          <p:cNvPr id="120" name="Shape 118"/>
          <p:cNvSpPr/>
          <p:nvPr/>
        </p:nvSpPr>
        <p:spPr>
          <a:xfrm>
            <a:off x="201168" y="6336792"/>
            <a:ext cx="365760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292608" y="6373368"/>
            <a:ext cx="351129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</a:t>
            </a:r>
            <a:endParaRPr lang="en-US" sz="950" dirty="0"/>
          </a:p>
        </p:txBody>
      </p:sp>
      <p:sp>
        <p:nvSpPr>
          <p:cNvPr id="122" name="Shape 120"/>
          <p:cNvSpPr/>
          <p:nvPr/>
        </p:nvSpPr>
        <p:spPr>
          <a:xfrm>
            <a:off x="3904488" y="6336792"/>
            <a:ext cx="1737360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3977640" y="6419088"/>
            <a:ext cx="1417320" cy="201168"/>
          </a:xfrm>
          <a:prstGeom prst="rect">
            <a:avLst/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977640" y="641908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5687568" y="6336792"/>
            <a:ext cx="6291072" cy="35661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779008" y="6373368"/>
            <a:ext cx="614476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320 px to 1920 px, Tailwind v4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2026-07-04T11:15:11Z</dcterms:created>
  <dcterms:modified xsi:type="dcterms:W3CDTF">2026-07-04T11:15:11Z</dcterms:modified>
</cp:coreProperties>
</file>