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200400"/>
          </a:xfrm>
          <a:prstGeom prst="rect">
            <a:avLst/>
          </a:prstGeom>
          <a:solidFill>
            <a:srgbClr val="0F4C4C"/>
          </a:solidFill>
          <a:ln w="12700">
            <a:solidFill>
              <a:srgbClr val="0F4C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12192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502920"/>
            <a:ext cx="2205533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502920"/>
            <a:ext cx="220553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YEAR PROJECT DEFENSE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HireHub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2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Job Portal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Dilan Shrestha  ·  Department of Computer Science  · 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858768"/>
            <a:ext cx="57881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4023360"/>
            <a:ext cx="374904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402336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4023360"/>
            <a:ext cx="3749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409651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Seeker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4443984"/>
            <a:ext cx="34564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4517136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feed · Apply · Save · Follow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4023360"/>
            <a:ext cx="374904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402336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6824" y="4023360"/>
            <a:ext cx="37490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409651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43984" y="4443984"/>
            <a:ext cx="34564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4517136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 · Review · Approve / Reject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02752" y="4023360"/>
            <a:ext cx="3749040" cy="1371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6176" y="402336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6176" y="4023360"/>
            <a:ext cx="3749040" cy="54864"/>
          </a:xfrm>
          <a:prstGeom prst="rect">
            <a:avLst/>
          </a:prstGeom>
          <a:solidFill>
            <a:srgbClr val="0F4C4C"/>
          </a:solidFill>
          <a:ln w="12700">
            <a:solidFill>
              <a:srgbClr val="0F4C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409651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03336" y="4443984"/>
            <a:ext cx="34564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3336" y="4517136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· Approve companies · Audit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5669280"/>
            <a:ext cx="100584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5669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61488" y="5669280"/>
            <a:ext cx="1230782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61488" y="5669280"/>
            <a:ext cx="12307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Atlas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93438" y="5669280"/>
            <a:ext cx="100584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93438" y="5669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Auth.js v5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00446" y="5669280"/>
            <a:ext cx="1380744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00446" y="566928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 v4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82358" y="5669280"/>
            <a:ext cx="100584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2358" y="5669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137392" y="6574536"/>
            <a:ext cx="780898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37392" y="6574536"/>
            <a:ext cx="7808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5669280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566928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5669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5669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859536"/>
            <a:ext cx="5449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HireHub?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1261872"/>
            <a:ext cx="537667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job portal built as a university final-year project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roles: Job Seeker, Company, and Super Admin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weighted match-score algorithm ranks job listings per seeker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enforced at the proxy layer via RBAC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Next.js 16 — no separate backend service required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notifications, file uploads, audit logging, and onboarding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841248"/>
            <a:ext cx="5934456" cy="16093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804672"/>
            <a:ext cx="593445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804672"/>
            <a:ext cx="59344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859536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932688"/>
            <a:ext cx="100584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932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SEEKER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298448"/>
            <a:ext cx="55778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389888"/>
            <a:ext cx="5577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personalised feed  ·  Apply  ·  Save  ·  Follow companies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71616" y="2670048"/>
            <a:ext cx="5934456" cy="16093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633472"/>
            <a:ext cx="593445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633472"/>
            <a:ext cx="5934456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688336"/>
            <a:ext cx="54864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761488"/>
            <a:ext cx="780898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761488"/>
            <a:ext cx="7808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3127248"/>
            <a:ext cx="55778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218688"/>
            <a:ext cx="5577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  ·  Review ranked applicants  ·  Approve or reject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71616" y="4498848"/>
            <a:ext cx="5934456" cy="16093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4462272"/>
            <a:ext cx="593445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4462272"/>
            <a:ext cx="5934456" cy="54864"/>
          </a:xfrm>
          <a:prstGeom prst="rect">
            <a:avLst/>
          </a:prstGeom>
          <a:solidFill>
            <a:srgbClr val="0F4C4C"/>
          </a:solidFill>
          <a:ln w="12700">
            <a:solidFill>
              <a:srgbClr val="0F4C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517136"/>
            <a:ext cx="54864" cy="1554480"/>
          </a:xfrm>
          <a:prstGeom prst="rect">
            <a:avLst/>
          </a:prstGeom>
          <a:solidFill>
            <a:srgbClr val="0F4C4C"/>
          </a:solidFill>
          <a:ln w="12700">
            <a:solidFill>
              <a:srgbClr val="0F4C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4590288"/>
            <a:ext cx="1080821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F4C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590288"/>
            <a:ext cx="108082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 ADMIN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4956048"/>
            <a:ext cx="55778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5047488"/>
            <a:ext cx="5577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companies  ·  Suspend users  ·  Full audit log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117866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59536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914400"/>
            <a:ext cx="1155802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914400"/>
            <a:ext cx="11558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PROBLEM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1225296"/>
            <a:ext cx="11475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waste hours browsing irrelevant listings with no personalisation. Employers manually review unranked applicants. Platform administrators lack tools to verify companies and moderate users — all within one cohesive system.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" y="1956816"/>
            <a:ext cx="5669280" cy="42793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1920240"/>
            <a:ext cx="566928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1920240"/>
            <a:ext cx="5669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1975104"/>
            <a:ext cx="5669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1975104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975104"/>
            <a:ext cx="5449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 — Job Seekers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2377440"/>
            <a:ext cx="5376672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personalised job ranking or recommendation engine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track application status in real time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discover companies aligned with career interests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save favourite listings across sessions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onboarding to capture skills and interests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1956816"/>
            <a:ext cx="5934456" cy="42793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1920240"/>
            <a:ext cx="5934456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1920240"/>
            <a:ext cx="59344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3328" y="1975104"/>
            <a:ext cx="5934456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3328" y="1975104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975104"/>
            <a:ext cx="5715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 — Employers and Admins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36208" y="2377440"/>
            <a:ext cx="5641848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applicant ranking by fit or skill overlap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time-consuming shortlisting process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approve or reject workflow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cannot verify companies before they post jobs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administrative actions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95097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89611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Authentication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" y="124358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131673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Credentials provider, bcryptjs hashing, proxy.ts RBAC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36208" y="84124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80467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80467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95097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76288" y="89611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Match-Score Algorithm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76288" y="124358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31673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6-signal content-based filtering using Jaccard similarity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7744" y="230428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226771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226771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" y="241401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4140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Job Management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7824" y="270662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277977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jobs, applicant pipeline, approve and reject workflow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36208" y="230428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226771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226771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241401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4140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76288" y="235915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Admin Control Panel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76288" y="270662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277977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dashboard, user and company management, suspend, soft-delete, audit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37744" y="376732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373075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1168" y="373075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" y="387705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7824" y="382219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Seeker Feed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77824" y="416966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7824" y="424281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feed, advanced search and filter, apply, save, follow companies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36208" y="376732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99632" y="373075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99632" y="373075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7648" y="387705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76288" y="382219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 and File Uploads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76288" y="416966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76288" y="424281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event types, 30-second polling, PDF resume, PNG or JPEG logo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37744" y="523036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1168" y="519379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1168" y="519379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9184" y="534009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" y="5340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77824" y="528523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Accessible UI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77824" y="563270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7824" y="570585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v4, mobile-first, tested from 320 px to 1920 px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36208" y="5230368"/>
            <a:ext cx="5742432" cy="13167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99632" y="5193792"/>
            <a:ext cx="574243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99632" y="519379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27648" y="534009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27648" y="5340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876288" y="528523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and Seed Script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876288" y="563270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6288" y="5705856"/>
            <a:ext cx="495604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algorithm, Zod validation, idempotent seed data script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and Limitations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5669280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566928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56692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5669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859536"/>
            <a:ext cx="5449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Scope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1261872"/>
            <a:ext cx="537667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login, and role-based access control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posting, editing, and status lifecycle management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seeker feed with weighted match-score ranking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submission and four-stage status pipeline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panel: statistics, user and company management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 system with seven event types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uploads: PDF resumes and PNG or JPEG company logos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recording every admin action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from 320 px to 1920 px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841248"/>
            <a:ext cx="5934456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804672"/>
            <a:ext cx="5934456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804672"/>
            <a:ext cx="5934456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859536"/>
            <a:ext cx="5934456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859536"/>
            <a:ext cx="5486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859536"/>
            <a:ext cx="5715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and Out of Scope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1261872"/>
            <a:ext cx="5641848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delivery — all notifications are in-app only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uses local filesystem, not cloud storage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collaborative filtering — content-based approach only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chat or direct messaging between users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payment, subscription, or premium tier features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application — web responsive only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 are static strings, no admin taxonomy editor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CV parsing — seeker fills profile manually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Methodology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117866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59536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914400"/>
            <a:ext cx="2205533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914400"/>
            <a:ext cx="220553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AGILE ITERATIVE — 7 PHASES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1225296"/>
            <a:ext cx="11475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working, tested features before the next phase begins. Requirements are tracked using EARS notation acceptance criteria.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" y="1938528"/>
            <a:ext cx="5742432" cy="10789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1901952"/>
            <a:ext cx="57424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190195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204825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048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" y="199339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and DB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77824" y="234086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2414016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models, DB connection helper, idempotent seed script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" y="3145536"/>
            <a:ext cx="5742432" cy="10789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108960"/>
            <a:ext cx="57424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3108960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" y="3255264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" y="3200400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and RBAC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7824" y="3547872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3621024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Credentials provider, proxy.ts route enforcement, auto-reactivation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7744" y="4352544"/>
            <a:ext cx="5742432" cy="10789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4315968"/>
            <a:ext cx="57424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4315968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" y="4462272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" y="4407408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77824" y="4754880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" y="4828032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dashboard, user and company management, paginated audit log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7744" y="5559552"/>
            <a:ext cx="5742432" cy="10789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1168" y="5522976"/>
            <a:ext cx="57424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5522976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" y="5669280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5669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7824" y="5614416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Features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77824" y="5961888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" y="6035040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CRUD, applicant pipeline, match-score display, approve or reject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36208" y="1938528"/>
            <a:ext cx="5742432" cy="10789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99632" y="1901952"/>
            <a:ext cx="57424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9632" y="190195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2048256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048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76288" y="1993392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Seeker Features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876288" y="2340864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76288" y="2414016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ranked feed, search and filter, apply, save, follow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36208" y="3145536"/>
            <a:ext cx="5742432" cy="10789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99632" y="3108960"/>
            <a:ext cx="57424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99632" y="3108960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27648" y="3255264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7648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876288" y="3200400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876288" y="3547872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76288" y="3621024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event types, 30-second polling handler, notification bell UI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36208" y="4352544"/>
            <a:ext cx="5742432" cy="10789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99632" y="4315968"/>
            <a:ext cx="57424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99632" y="4315968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27648" y="4462272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27648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876288" y="4407408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 and Testing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876288" y="4754880"/>
            <a:ext cx="495604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76288" y="4828032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layout, empty states, loading skeletons, unit tests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Analysis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3703320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370332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3703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3703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859536"/>
            <a:ext cx="3483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Requirements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1261872"/>
            <a:ext cx="341071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authentication (3 roles)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route-level access enforcement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posting, editing, lifecycle management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feed with match scoring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submission and status tracking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approve, reject, suspend, delete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on key events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for resumes and logos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for all admin 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51376" y="841248"/>
            <a:ext cx="3858768" cy="26517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804672"/>
            <a:ext cx="38587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804672"/>
            <a:ext cx="385876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859536"/>
            <a:ext cx="38587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859536"/>
            <a:ext cx="5486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1104" y="859536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Non-Functional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0" y="1261872"/>
            <a:ext cx="356616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320 px to 1920 px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Secure: bcryptjs rounds 12+, JWT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Performant: compound DB indexes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Maintainable: modular Server Actions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51376" y="3675888"/>
            <a:ext cx="3858768" cy="2633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639312"/>
            <a:ext cx="38587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3639312"/>
            <a:ext cx="385876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3694176"/>
            <a:ext cx="38587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3694176"/>
            <a:ext cx="5486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61104" y="3694176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Rules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97680" y="4096512"/>
            <a:ext cx="356616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validated via Zod schemas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400 with field-level error messages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 per seeker per job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and size enforced server-side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841248"/>
            <a:ext cx="3794760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93024" y="804672"/>
            <a:ext cx="379476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3024" y="804672"/>
            <a:ext cx="3794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859536"/>
            <a:ext cx="37947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3024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9328" y="859536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EARS Acceptance Criteria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75904" y="1261872"/>
            <a:ext cx="350215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signup submitted with unique email and 8+ char password, create JOBSEEKER user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status is PENDING_APPROVAL, block job posting with HTTP 403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admin approves company, set ACTIVE and notify the company user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job is posted, notify all followers of the company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suspendedUntil is before now on login, auto-reactivate the user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file exceeds size limit, return HTTP 400 with error message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786384"/>
            <a:ext cx="11786616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786384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0" descr="D:\Dilan Shrestha\Projects\collage_projects\job\docs\use-case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59536"/>
            <a:ext cx="1164031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Analysis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11786616" cy="17739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11786616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54864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923544"/>
            <a:ext cx="1830629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923544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FEASIBILITY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1261872"/>
            <a:ext cx="114757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is production-ready with comprehensive documentation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free tier provides sufficient capacity for development and demo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 delivers stable JWT authentication for the Next.js App Router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CSS-first configuration reduces boilerplate significantly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selected libraries are actively maintained with large developer communities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" y="2779776"/>
            <a:ext cx="11786616" cy="17739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2743200"/>
            <a:ext cx="11786616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2743200"/>
            <a:ext cx="11786616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2798064"/>
            <a:ext cx="54864" cy="17190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862072"/>
            <a:ext cx="198059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862072"/>
            <a:ext cx="19805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FEASIBILITY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" y="3200400"/>
            <a:ext cx="114757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Three-role system maps directly to real-world hiring portal workflows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enables content moderation without requiring direct database access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seed script enables reproducible demo data for any evaluator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configuration supports any cloud deployment target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" y="4718304"/>
            <a:ext cx="11786616" cy="17739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4681728"/>
            <a:ext cx="11786616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4681728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4736592"/>
            <a:ext cx="54864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800600"/>
            <a:ext cx="1755648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80060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ECONOMIC FEASIBILITY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472" y="5138928"/>
            <a:ext cx="114757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stack: MongoDB Atlas free tier and Vercel free hosting tier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APIs or third-party services required at MVP stage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integrates without any call-site code changes</a:t>
            </a:r>
            <a:endParaRPr lang="en-US" sz="10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libraries are open-source with no licensing costs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117866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59536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914400"/>
            <a:ext cx="1830629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914400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OVERVIEW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1225296"/>
            <a:ext cx="11475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→  Next.js 16 App Router  →  proxy.ts (RBAC)  →  Server Actions / Route Handlers  →  Mongoose  →  MongoDB Atlas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" y="1956816"/>
            <a:ext cx="5742432" cy="14264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1920240"/>
            <a:ext cx="57424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1920240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1975104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048256"/>
            <a:ext cx="1155802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048256"/>
            <a:ext cx="11558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" y="2414016"/>
            <a:ext cx="544982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87168"/>
            <a:ext cx="5486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Server and Client Components · Tailwind CSS v4 · Framer Motion animations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36208" y="1956816"/>
            <a:ext cx="5742432" cy="14264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920240"/>
            <a:ext cx="57424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1920240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1975104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2048256"/>
            <a:ext cx="1305763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2048256"/>
            <a:ext cx="13057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AND PROXY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45936" y="2414016"/>
            <a:ext cx="544982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2487168"/>
            <a:ext cx="5486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 JWT strategy · proxy.ts RBAC enforcement (Node.js runtime, not edge)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7744" y="3529584"/>
            <a:ext cx="5742432" cy="14264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3493008"/>
            <a:ext cx="57424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3493008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" y="3547872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3621024"/>
            <a:ext cx="1305763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621024"/>
            <a:ext cx="130576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3986784"/>
            <a:ext cx="544982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059936"/>
            <a:ext cx="5486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in src/actions/ · Match Score algorithm · Zod validation schemas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36208" y="3529584"/>
            <a:ext cx="5742432" cy="14264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99632" y="3493008"/>
            <a:ext cx="57424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3493008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9632" y="3547872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45936" y="3621024"/>
            <a:ext cx="1080821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3621024"/>
            <a:ext cx="108082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ACCESS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45936" y="3986784"/>
            <a:ext cx="544982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4059936"/>
            <a:ext cx="5486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· connectDB() cached connection helper · Compound indexes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7744" y="5102352"/>
            <a:ext cx="5742432" cy="14264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1168" y="5065776"/>
            <a:ext cx="57424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1168" y="5065776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168" y="5120640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5193792"/>
            <a:ext cx="855878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5193792"/>
            <a:ext cx="8558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47472" y="5559552"/>
            <a:ext cx="544982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5632704"/>
            <a:ext cx="5486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· Nine collections · Soft deletes on users · Cascade on company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36208" y="5102352"/>
            <a:ext cx="5742432" cy="14264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99632" y="5065776"/>
            <a:ext cx="57424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99632" y="5065776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99632" y="5120640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5936" y="5193792"/>
            <a:ext cx="1155802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45936" y="5193792"/>
            <a:ext cx="11558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STORAGE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345936" y="5559552"/>
            <a:ext cx="544982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45936" y="5632704"/>
            <a:ext cx="5486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public/uploads/ at MVP · Swap-ready interface in src/lib/upload.ts for S3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Diagram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786384"/>
            <a:ext cx="11786616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786384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0" descr="D:\Dilan Shrestha\Projects\collage_projects\job\docs\component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59536"/>
            <a:ext cx="1164031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Diagram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786384"/>
            <a:ext cx="11786616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786384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0" descr="D:\Dilan Shrestha\Projects\collage_projects\job\docs\deployment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59536"/>
            <a:ext cx="1164031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 — ER Diagram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786384"/>
            <a:ext cx="7223760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786384"/>
            <a:ext cx="7223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0" descr="D:\Dilan Shrestha\Projects\collage_projects\job\docs\er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59536"/>
            <a:ext cx="7077456" cy="54864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644384" y="822960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07808" y="786384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07808" y="786384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35824" y="8412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35824" y="1078992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· role · status · passwordHash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644384" y="1481328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07808" y="1444752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07808" y="1444752"/>
            <a:ext cx="5486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35824" y="14996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SeekerProfile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35824" y="1737360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skills[ ]  · interests[ ]  · resumeUrl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44384" y="2139696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07808" y="2103120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07808" y="210312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35824" y="215798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CompanyProfile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735824" y="2395728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companyName · logoUrl · verified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644384" y="2798064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07808" y="2761488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07808" y="2761488"/>
            <a:ext cx="5486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35824" y="28163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735824" y="3054096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· category · skillsRequired[ ] · deadline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644384" y="3456432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07808" y="3419856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07808" y="3419856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35824" y="34747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735824" y="3712464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jobId · seekerId · status · coverLetter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44384" y="4114800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07808" y="4078224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07808" y="4078224"/>
            <a:ext cx="5486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35824" y="41330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SavedJob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735824" y="4370832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seekerId  ·  jobId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44384" y="4773168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07808" y="4736592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07808" y="4736592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735824" y="47914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CompanyFollow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735824" y="5029200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seekerId  ·  companyId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7644384" y="5431536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607808" y="5394960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607808" y="5394960"/>
            <a:ext cx="54864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735824" y="54498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7735824" y="5687568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· type · message · read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644384" y="6089904"/>
            <a:ext cx="4361688" cy="5669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607808" y="6053328"/>
            <a:ext cx="43616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607808" y="6053328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735824" y="610819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7735824" y="6345936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adminId · action · targetUserId · reason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 and Core Logic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11786616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59536"/>
            <a:ext cx="54864" cy="1481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896112"/>
            <a:ext cx="378013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896112"/>
            <a:ext cx="37801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SCORE ALGORITHM  —  src/lib/matchScore.ts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1188720"/>
            <a:ext cx="11521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 =  0.35 × categoryMatch  +  0.30 × skillOverlap  +  0.10 × locationMatch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 0.10 × experienceMatch  +  0.10 × recencyBoost  +  0.05 × followBoost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" y="2505456"/>
            <a:ext cx="5742432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2505456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615184"/>
            <a:ext cx="1455725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15184"/>
            <a:ext cx="14557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BREAKDOWN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" y="2962656"/>
            <a:ext cx="544982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054096"/>
            <a:ext cx="30519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Match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17366" y="3054096"/>
            <a:ext cx="20709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291840"/>
            <a:ext cx="5449824" cy="1645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291840"/>
            <a:ext cx="1907438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584448"/>
            <a:ext cx="30519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Overlap (Jaccard)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17366" y="3584448"/>
            <a:ext cx="20709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822192"/>
            <a:ext cx="5449824" cy="1645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822192"/>
            <a:ext cx="1634947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114800"/>
            <a:ext cx="30519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17366" y="4114800"/>
            <a:ext cx="20709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4352544"/>
            <a:ext cx="5449824" cy="1645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352544"/>
            <a:ext cx="54498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645152"/>
            <a:ext cx="30519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Match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17366" y="4645152"/>
            <a:ext cx="20709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4882896"/>
            <a:ext cx="5449824" cy="1645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4882896"/>
            <a:ext cx="54498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5175504"/>
            <a:ext cx="30519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Boost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17366" y="5175504"/>
            <a:ext cx="20709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5413248"/>
            <a:ext cx="5449824" cy="1645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5413248"/>
            <a:ext cx="54498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5705856"/>
            <a:ext cx="30519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Boost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17366" y="5705856"/>
            <a:ext cx="20709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5943600"/>
            <a:ext cx="5449824" cy="1645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5943600"/>
            <a:ext cx="272491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44768" y="2505456"/>
            <a:ext cx="584301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44768" y="2505456"/>
            <a:ext cx="5843016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91072" y="2615184"/>
            <a:ext cx="1830629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2615184"/>
            <a:ext cx="183062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DEFINITIONS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91072" y="2962656"/>
            <a:ext cx="554126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44768" y="3054096"/>
            <a:ext cx="584301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4496" y="312724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categoryMatch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90688" y="312724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{0, 1}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759952" y="312724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job.category is in seeker.interests, else 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44768" y="3584448"/>
            <a:ext cx="584301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54496" y="365760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skillOverlap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90688" y="36576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1]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759952" y="36576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Jaccard: |A ∩ B| / |A ∪ B| on lowercased skill sets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44768" y="4114800"/>
            <a:ext cx="584301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54496" y="418795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locationMatch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90688" y="418795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{0, 0.5, 1}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759952" y="41879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exact match, 0.5 remote job, 0 mismatch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44768" y="4645152"/>
            <a:ext cx="584301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54496" y="471830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experienceMatch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790688" y="47183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{0, 0.5, 1}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759952" y="471830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exact level, 0.5 adjacent, 0 for distant levels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44768" y="5175504"/>
            <a:ext cx="584301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54496" y="5248656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recencyBoost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790688" y="524865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1]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759952" y="52486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(1 + daysSincePosted), decays towards 0 over time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44768" y="5705856"/>
            <a:ext cx="584301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5779008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followBoost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790688" y="57790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{0, 1}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759952" y="57790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seeker follows the posting company, else 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and Technologies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5742432" cy="27249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574243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5742432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859536"/>
            <a:ext cx="5522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1261872"/>
            <a:ext cx="5449824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16.2 — App Router, Server and Client Components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— UI rendering layer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— CSS-first, no config file required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— page transitions and UI animations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— performant form state management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841248"/>
            <a:ext cx="5742432" cy="27249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804672"/>
            <a:ext cx="574243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80467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859536"/>
            <a:ext cx="5742432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859536"/>
            <a:ext cx="5522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and Server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82512" y="1261872"/>
            <a:ext cx="5449824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Server Actions — form mutations with no boilerplate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 — REST-style API endpoints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 (NextAuth) — Credentials provider with JWT strategy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— password hashing, rounds 12+, no native bindings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— runtime schema validation for all inputs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" y="3749040"/>
            <a:ext cx="5742432" cy="27249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712464"/>
            <a:ext cx="574243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3712464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3767328"/>
            <a:ext cx="5742432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3767328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767328"/>
            <a:ext cx="5522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" y="4169664"/>
            <a:ext cx="5449824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NoSQL cloud database, free tier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— ODM with typed schemas and indexes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collections with compound indexes for query performance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 on users, cascade logic on company deletion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6208" y="3749040"/>
            <a:ext cx="5742432" cy="27249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3712464"/>
            <a:ext cx="574243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3712464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9632" y="3767328"/>
            <a:ext cx="5742432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3767328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767328"/>
            <a:ext cx="5522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and Tooling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82512" y="4169664"/>
            <a:ext cx="5449824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end-to-end type safety across the stack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Turbopack — default bundler for both dev and build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— linting configured with Next.js ruleset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— package management and script runner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version control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Features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3794760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379476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3794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37947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859536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Seeker Features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1261872"/>
            <a:ext cx="350215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job feed ranked by match score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and filter by location, category, salary, type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apply with cover letter and resume upload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pipeline: Pending, Reviewed, Approved, Rejected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unsave job listings for later review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companies to receive new-job notifications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bell with unread count and read-all action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to capture skills and interests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33672" y="841248"/>
            <a:ext cx="3794760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97096" y="804672"/>
            <a:ext cx="379476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97096" y="804672"/>
            <a:ext cx="3794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97096" y="859536"/>
            <a:ext cx="37947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97096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859536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Features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79976" y="1261872"/>
            <a:ext cx="350215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edit, and close job listings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applicants ranked by match score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applicants with a review message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 management with logo upload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total jobs and applicant count statistics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New-applicant badge for applications in last 24 hours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 when a seeker applies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841248"/>
            <a:ext cx="3794760" cy="54681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93024" y="804672"/>
            <a:ext cx="379476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3024" y="804672"/>
            <a:ext cx="3794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859536"/>
            <a:ext cx="37947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859536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Admin Features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75904" y="1261872"/>
            <a:ext cx="350215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statistics dashboard for activity monitoring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user list with search, role, and status filters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pending company accounts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users with a reason and optional expiry date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 suspended users manually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users while preserving audit records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paginated audit log of every admin action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and Validation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5742432" cy="2633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5742432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5742432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859536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859536"/>
            <a:ext cx="5522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Testing — Match Score Algorithm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1261872"/>
            <a:ext cx="5449824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 located at src/lib/matchScore.test.ts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category hit and miss cases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Jaccard similarity with empty and overlapping skill sets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location exact match, remote job boost, and mismatch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experience adjacency — exact 1.0, adjacent 0.5, far 0.0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recency decay and followed-company boost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841248"/>
            <a:ext cx="5843016" cy="2633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804672"/>
            <a:ext cx="584301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804672"/>
            <a:ext cx="5843016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859536"/>
            <a:ext cx="5843016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859536"/>
            <a:ext cx="5486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859536"/>
            <a:ext cx="5623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 — Zod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1261872"/>
            <a:ext cx="5550408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 inputs validated server-side before any database write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schema: email format, password 8+ chars, role enum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schema: required fields, future deadline, salary range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schema: cover letter and phone format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400 returned with field-level error messages on failure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" y="3657600"/>
            <a:ext cx="5742432" cy="2633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621024"/>
            <a:ext cx="5742432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3621024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3675888"/>
            <a:ext cx="5742432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3675888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675888"/>
            <a:ext cx="5522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and Functional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" y="4078224"/>
            <a:ext cx="5449824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user roles tested end-to-end using seeded demo data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verified: unauthorized routes redirect to login correctly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and auto-reactivation logic tested on each login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and type restrictions validated at the server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confirmed: one application per seeker per job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1344" y="3657600"/>
            <a:ext cx="5843016" cy="2633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4768" y="3621024"/>
            <a:ext cx="5843016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3621024"/>
            <a:ext cx="5843016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44768" y="3675888"/>
            <a:ext cx="5843016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4768" y="3675888"/>
            <a:ext cx="5486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675888"/>
            <a:ext cx="5623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Integrity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4078224"/>
            <a:ext cx="5550408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unique indexes prevent duplicate applications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SavedJob and CompanyFollow uniqueness enforced at database level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deletes: removing a company removes jobs and applications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deletes: users excluded from all non-admin queries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script is idempotent — safe to run multiple times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Analysis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1883664" cy="6221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859536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01168" y="1426830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1426830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1486083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31136" y="841248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804672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804672"/>
            <a:ext cx="1883664" cy="62215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859536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194560" y="1426830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22576" y="1426830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1486083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Types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24528" y="841248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87952" y="804672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87952" y="804672"/>
            <a:ext cx="1883664" cy="6221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7952" y="859536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4187952" y="1426830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1426830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7952" y="1486083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Signals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841248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804672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1344" y="804672"/>
            <a:ext cx="1883664" cy="62215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859536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6181344" y="1426830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426830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1486083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11312" y="841248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804672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74736" y="804672"/>
            <a:ext cx="1883664" cy="6221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4736" y="859536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8174736" y="1426830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02752" y="1426830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74736" y="1486083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204704" y="841248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68128" y="804672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68128" y="804672"/>
            <a:ext cx="1883664" cy="62215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68128" y="859536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600" dirty="0"/>
          </a:p>
        </p:txBody>
      </p:sp>
      <p:sp>
        <p:nvSpPr>
          <p:cNvPr id="52" name="Shape 50"/>
          <p:cNvSpPr/>
          <p:nvPr/>
        </p:nvSpPr>
        <p:spPr>
          <a:xfrm>
            <a:off x="10168128" y="1426830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96144" y="1426830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68128" y="1486083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Applications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1168" y="2468880"/>
            <a:ext cx="2130552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2468880"/>
            <a:ext cx="2130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COMPLETION STATUS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01168" y="2816352"/>
            <a:ext cx="3657600" cy="356616"/>
          </a:xfrm>
          <a:prstGeom prst="rect">
            <a:avLst/>
          </a:prstGeom>
          <a:solidFill>
            <a:srgbClr val="0F4C4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1168" y="2816352"/>
            <a:ext cx="54864" cy="3566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2608" y="2852928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904488" y="2816352"/>
            <a:ext cx="1737360" cy="356616"/>
          </a:xfrm>
          <a:prstGeom prst="rect">
            <a:avLst/>
          </a:prstGeom>
          <a:solidFill>
            <a:srgbClr val="0F4C4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95928" y="2852928"/>
            <a:ext cx="15910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687568" y="2816352"/>
            <a:ext cx="6291072" cy="356616"/>
          </a:xfrm>
          <a:prstGeom prst="rect">
            <a:avLst/>
          </a:prstGeom>
          <a:solidFill>
            <a:srgbClr val="0F4C4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79008" y="2852928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01168" y="3209544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3246120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JWT (3 roles)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904488" y="3209544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77640" y="3291840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77640" y="329184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687568" y="3209544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79008" y="3246120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+ JWT, role and status in token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01168" y="3602736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2608" y="3639312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via proxy.ts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904488" y="3602736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77640" y="3685032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77640" y="368503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687568" y="3602736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79008" y="3639312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Company, Seeker routes enforced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01168" y="3995928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2608" y="4032504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 and CRUD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904488" y="3995928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977640" y="4078224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77640" y="407822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687568" y="3995928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79008" y="4032504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Active, Expired, Closed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01168" y="4389120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2608" y="4425696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Match-Score Feed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904488" y="4389120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77640" y="4471416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977640" y="44714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687568" y="4389120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79008" y="4425696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Six-signal weighted algorithm, sorted desc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" y="4782312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" y="4818888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Pipeline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904488" y="4782312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77640" y="4864608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977640" y="48646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687568" y="4782312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779008" y="4818888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reject with seeker notifications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01168" y="5175504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92608" y="5212080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904488" y="5175504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977640" y="5257800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977640" y="525780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687568" y="5175504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79008" y="5212080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users, companies, audit log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01168" y="5568696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92608" y="5605272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904488" y="5568696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977640" y="5650992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77640" y="565099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687568" y="5568696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779008" y="5605272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event types, 30-second polling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201168" y="5961888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92608" y="5998464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3904488" y="5961888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77640" y="6044184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977640" y="60441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5687568" y="5961888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779008" y="5998464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resume 5 MB, PNG or JPEG logo 2 MB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201168" y="6355080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92608" y="6391656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3904488" y="6355080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977640" y="6437376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977640" y="643737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5687568" y="6355080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779008" y="6391656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320 px to 1920 px, Tailwind v4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and Challenges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822960"/>
            <a:ext cx="385511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822960"/>
            <a:ext cx="385511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 ENCOUNTERED AND HOW EACH WAS RESOLVED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" y="1225296"/>
            <a:ext cx="11750040" cy="8046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1188720"/>
            <a:ext cx="11750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11887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1371600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16 Breaking Changes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17136" y="1316736"/>
            <a:ext cx="18288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280160"/>
            <a:ext cx="7205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proxy.ts replaced middleware.ts; cookies, headers, and params are now all async; Turbopack became the default bundler — resolved by following the official migration documentation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7744" y="2139696"/>
            <a:ext cx="11750040" cy="8046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2103120"/>
            <a:ext cx="11750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2103120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" y="2286000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" y="21762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Auth.js v5 Beta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17136" y="2231136"/>
            <a:ext cx="18288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2194560"/>
            <a:ext cx="7205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callbacks, session shape, and provider config all changed from v4 — resolved by reading the official Auth.js v5 migration guide step by step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" y="3054096"/>
            <a:ext cx="11750040" cy="8046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" y="3017520"/>
            <a:ext cx="11750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30175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" y="3200400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2004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7824" y="30906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Runtime Incompatibility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17136" y="3145536"/>
            <a:ext cx="18288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108960"/>
            <a:ext cx="7205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proxy.ts must run on Node.js runtime only — Mongoose is incompatible with the edge runtime; resolved by removing the edge configuration entirely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7744" y="3968496"/>
            <a:ext cx="11750040" cy="8046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" y="3931920"/>
            <a:ext cx="11750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1168" y="3931920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" y="4114800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7824" y="40050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Atlas Free-Tier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17136" y="4059936"/>
            <a:ext cx="18288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4023360"/>
            <a:ext cx="7205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 storage limit and serverless connection-pool limits — mitigated by caching the Mongoose connection on the Node.js global object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37744" y="4882896"/>
            <a:ext cx="11750040" cy="8046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1168" y="4846320"/>
            <a:ext cx="11750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" y="48463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" y="5029200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5029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77824" y="49194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Storage Scalability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17136" y="4974336"/>
            <a:ext cx="18288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26864" y="4937760"/>
            <a:ext cx="7205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uploads do not scale past a single server — resolved by designing src/lib/upload.ts as a swap-ready abstraction for S3 or Cloudinary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7744" y="5797296"/>
            <a:ext cx="11750040" cy="8046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1168" y="5760720"/>
            <a:ext cx="11750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1168" y="5760720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9184" y="5943600"/>
            <a:ext cx="420624" cy="420624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" y="5943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77824" y="5833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Cold Start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17136" y="5888736"/>
            <a:ext cx="18288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5852160"/>
            <a:ext cx="7205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requires a populated profile — resolved with an onboarding gate that redirects new seekers before they can access the feed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" y="804672"/>
            <a:ext cx="117866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117866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59536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914400"/>
            <a:ext cx="1380744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914400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SUMMARY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1225296"/>
            <a:ext cx="11475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successfully delivers a full-stack job portal with three user roles, server-side RBAC, and a weighted match-score algorithm. All planned features across Phases 1 through 7 are implemented and validated. The system is production-ready at MVP level with proper input validation, compound database indexes, and a fully responsive interface.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" y="1956816"/>
            <a:ext cx="5742432" cy="43525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1920240"/>
            <a:ext cx="5742432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1920240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1975104"/>
            <a:ext cx="5742432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1975104"/>
            <a:ext cx="548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975104"/>
            <a:ext cx="5522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2377440"/>
            <a:ext cx="5449824" cy="3785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six-signal job ranking algorithm built for this domain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RBAC enforcement via Next.js 16 proxy.ts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safety: TypeScript, Zod, and Mongoose schemas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 system with seven distinct event types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for every admin action — compliance-ready design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seed script generating a full realistic dataset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Swap-ready file upload abstraction for future cloud migration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1956816"/>
            <a:ext cx="5843016" cy="43525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1920240"/>
            <a:ext cx="5843016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920240"/>
            <a:ext cx="5843016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1975104"/>
            <a:ext cx="5843016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4768" y="1975104"/>
            <a:ext cx="5486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1975104"/>
            <a:ext cx="5623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Outcomes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27648" y="2377440"/>
            <a:ext cx="5550408" cy="3785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architecture and its breaking changes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 strategy and the Auth.js v5 migration process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 modelling and compound index design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and Jaccard similarity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soft deletes, and cascade logic in production code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iterative delivery across seven development phases</a:t>
            </a:r>
            <a:endParaRPr lang="en-US" sz="10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EARS-notation requirements and design documents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859536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859536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85953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Storage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1261872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local filesystem with AWS S3 or Cloudinary — only src/lib/upload.ts needs to change, no other files affected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36208" y="841248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804672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804672"/>
            <a:ext cx="5742432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859536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4496" y="859536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85953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Notifications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64224" y="1261872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Resend or SendGrid to deliver job alerts and application status updates directly to user inboxes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" y="2322576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2286000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2286000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2340864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2340864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34086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Collaborative Filtering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2743200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match score with user-user and item-item similarity once sufficient interaction data has accumulated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6208" y="2322576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286000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2286000"/>
            <a:ext cx="5742432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9632" y="2340864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2340864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234086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WebSockets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64224" y="2743200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30-second polling with Socket.io or Server-Sent Events for instant notification delivery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7744" y="3803904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" y="3767328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1168" y="3767328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1168" y="3822192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" y="3822192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8221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Taxonomy Editor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65760" y="4224528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Super Admin to create and manage job categories dynamically rather than using a static string array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36208" y="3803904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99632" y="3767328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99632" y="3767328"/>
            <a:ext cx="5742432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3822192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54496" y="3822192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38221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Resume Parsing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64224" y="4224528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large language model API to extract skills and experience from uploaded PDFs to auto-populate profiles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7744" y="5285232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1168" y="5248656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1168" y="5248656"/>
            <a:ext cx="57424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1168" y="5303520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6032" y="5303520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53035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65760" y="5705856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job views, application funnel conversion rates, and seeker engagement over configurable time periods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36208" y="5285232"/>
            <a:ext cx="5742432" cy="13350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9632" y="5248656"/>
            <a:ext cx="57424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99632" y="5248656"/>
            <a:ext cx="5742432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99632" y="5303520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54496" y="5303520"/>
            <a:ext cx="5687568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64224" y="53035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Application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364224" y="5705856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Native app sharing the same API layer and authentication system as the web portal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41248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804672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804672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1005840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005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89611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1243584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Actions, proxy.ts. https://nextjs.org/docs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37744" y="1810512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1773936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1773936"/>
            <a:ext cx="54864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" y="1975104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1975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1865376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" y="2212848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Provider, JWT strategy. https://authjs.dev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37744" y="2779776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2743200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274320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" y="2944368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944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" y="2834640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3182112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Atlas, Mongoose ODM, Compound Indexes. https://www.mongodb.com/docs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37744" y="3749040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" y="3712464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3712464"/>
            <a:ext cx="54864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" y="3913632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3913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" y="3803904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" y="4151376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Model API, Indexing. https://mongoosejs.com/docs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37744" y="4718304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" y="4681728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1168" y="468172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" y="4882896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4882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" y="4773168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" y="5120640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CSS-first configuration. https://tailwindcss.com/docs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237744" y="5687568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" y="5650992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1168" y="5650992"/>
            <a:ext cx="54864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9184" y="5852160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5852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" y="574243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" y="6089904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TypeScript-first schema validation. https://zod.dev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236208" y="841248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9632" y="804672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99632" y="804672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27648" y="1005840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1005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39712" y="89611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839712" y="1243584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Performant form state management. https://react-hook-form.com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236208" y="1810512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9632" y="1773936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99632" y="1773936"/>
            <a:ext cx="54864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27648" y="1975104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27648" y="1975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839712" y="1865376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(1912)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839712" y="2212848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flora in the alpine zone. New Phytologist, 11(2), 37–50.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6236208" y="2779776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99632" y="2743200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99632" y="274320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27648" y="2944368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27648" y="2944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839712" y="2834640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Pazzani &amp; Billsus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839712" y="3182112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Recommendation Systems. The Adaptive Web, LNCS 4321, 2007.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6236208" y="3749040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99632" y="3712464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99632" y="3712464"/>
            <a:ext cx="54864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27648" y="3913632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27648" y="3913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839712" y="3803904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Notation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39712" y="4151376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Mavin et al. Easy Approach to Requirements Syntax. IEEE RE, 2009.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6236208" y="4718304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199632" y="4681728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99632" y="468172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27648" y="4882896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27648" y="4882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839712" y="4773168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839712" y="5120640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animation library. https://www.framer.com/motion</a:t>
            </a:r>
            <a:endParaRPr lang="en-US" sz="880" dirty="0"/>
          </a:p>
        </p:txBody>
      </p:sp>
      <p:sp>
        <p:nvSpPr>
          <p:cNvPr id="90" name="Shape 88"/>
          <p:cNvSpPr/>
          <p:nvPr/>
        </p:nvSpPr>
        <p:spPr>
          <a:xfrm>
            <a:off x="6236208" y="5687568"/>
            <a:ext cx="5742432" cy="8412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9632" y="5650992"/>
            <a:ext cx="5742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99632" y="5650992"/>
            <a:ext cx="54864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327648" y="5852160"/>
            <a:ext cx="402336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27648" y="5852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6839712" y="574243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839712" y="6089904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bcrypt without native bindings. https://github.com/dcodeIO/bcrypt.js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291840"/>
          </a:xfrm>
          <a:prstGeom prst="rect">
            <a:avLst/>
          </a:prstGeom>
          <a:solidFill>
            <a:srgbClr val="0F4C4C"/>
          </a:solidFill>
          <a:ln w="12700">
            <a:solidFill>
              <a:srgbClr val="0F4C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12192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267712"/>
            <a:ext cx="11247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2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Dilan Shrestha  ·  Department of Computer Science  · 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3913632"/>
            <a:ext cx="57881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41648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HireHub — A Full-Stack Job Portal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54480" y="4626864"/>
            <a:ext cx="100584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46268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61488" y="4626864"/>
            <a:ext cx="1230782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4626864"/>
            <a:ext cx="12307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Atlas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93438" y="4626864"/>
            <a:ext cx="100584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3438" y="46268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Auth.js v5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00446" y="4626864"/>
            <a:ext cx="1380744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0446" y="4626864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 v4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82358" y="4626864"/>
            <a:ext cx="1005840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2358" y="46268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137392" y="6574536"/>
            <a:ext cx="780898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37392" y="6574536"/>
            <a:ext cx="7808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2026-07-04T11:35:19Z</dcterms:created>
  <dcterms:modified xsi:type="dcterms:W3CDTF">2026-07-04T11:35:19Z</dcterms:modified>
</cp:coreProperties>
</file>